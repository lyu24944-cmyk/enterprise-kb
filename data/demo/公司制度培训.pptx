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星辰科技 · 新员工制度培训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HR 部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考勤要点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9:00 前打卡</a:t>
            </a:r>
          </a:p>
          <a:p>
            <a:r>
              <a:t>迟到需提交说明</a:t>
            </a:r>
          </a:p>
          <a:p>
            <a:r>
              <a:t>外勤需提前报备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请假流程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OA 提交申请</a:t>
            </a:r>
          </a:p>
          <a:p>
            <a:r>
              <a:t>2. 主管审批</a:t>
            </a:r>
          </a:p>
          <a:p>
            <a:r>
              <a:t>3. HR 备案</a:t>
            </a:r>
          </a:p>
          <a:p>
            <a:r>
              <a:t>4. 销假确认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年假规则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满1年：5天</a:t>
            </a:r>
          </a:p>
          <a:p>
            <a:r>
              <a:t>满10年：10天</a:t>
            </a:r>
          </a:p>
          <a:p>
            <a:r>
              <a:t>满20年：15天</a:t>
            </a:r>
          </a:p>
          <a:p>
            <a:r>
              <a:t>入职当年按月份折算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保密要求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禁止外传客户资料</a:t>
            </a:r>
          </a:p>
          <a:p>
            <a:r>
              <a:t>离职交接需签署保密承诺书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